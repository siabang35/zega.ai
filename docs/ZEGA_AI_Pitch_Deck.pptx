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t>ZEGA AI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Autonomous Agentic AI Orchestration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Transformasi Tim Manual Menjadi Workforce AI Otonom Berkinerja Tinggi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2918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🚨 Biaya Operasional Tinggi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UMKM &amp; Enterprise menghabiskan hingga 40-60% anggaran untuk tugas administratif berulang.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Tim manual terbatas jam kerja 8 jam/hari &amp; rentan burnout.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Skalabilitas bisnis terhambat oleh kebutuhan rekrutmen staff terus-menerus.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926080"/>
            <a:ext cx="32918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10896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⚙️ Fragmentasi Sistem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Aplikasi bisnis terpisah-pisah (WhatsApp, E-commerce, Ad Platforms, Payment, CRM).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Transfer data antar sistem dilakukan manual &amp; rentan human error.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Tidak ada koordinator terpusat yang menghubungkan seluruh software bisnis.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926080"/>
            <a:ext cx="33832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1089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📉 Kehilangan Peluang Rerata 30%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Respon customer support lambat (&gt;15 menit) menyebabkan pembatalan beli.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Follow-up leads tidak konsisten.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Pengambilan keputusan terlambat akibat laporan data yang tidak real-time.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SOLUSI NATIVE AI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Solusi: ZEGA AI Autonomous Agent Swarm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🤖 Agent Digital Spesialis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Setiap agen memiliki peran spesifik (CS, Marketing, Finance, Legal) yang mengeksekusi tugas otonom berdasarkan goal, bukan sekadar bot aturan kaku.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🤝 Multi-Agent Collaboration (Swarm)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Agen-agen saling berkomunikasi via A2A &amp; MCP protocol membentuk divisi kerja digital layaknya departemen dalam perusahaan.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🔌 200+ Integrasi Native Real-World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Terhubung langsung ke WhatsApp, Telegram, Shopee, Tokopedia, Meta/Google Ads, Stripe, Solana Pay, &amp; Supabase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Tampilan Visual &amp; Arsitektur Product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✨ Fitur Unggulan Platform Console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🎛️ Modular Enterprise Dashboard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Navigasi collapsible accordion, switch role cepat (SuperAdmin, Enterprise, UMKM).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⚡ AI Sandbox Console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Playground interaktif untuk menguji prompt &amp; routing model ZEGA-Omni 4.5, Claude 3.5, GPT-4o.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🔒 Strict Privy Auth &amp; Solana Wallet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Otentikasi 100% aman mengikat email user ke Solana Non-Custodial Embedded Wallet.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📱 Mobile-First Responsive Drawer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Navigasi smooth slide-out &amp; bottom-bar 1-tap untuk akses via smartphone/tablet.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📊 Real-time Telemetry Analytics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Monitoring pemakaian token, latency, &amp; log audit transaksi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303520" cy="46634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🖥️ ZEGA AI PLATFORM DASHBOARD PREVIEW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  <a:br/>
            <a:r>
              <a:t>│ [ZEGA-Omni 4.5] Active Swarms: 14 | System Status: OK  │</a:t>
            </a:r>
            <a:br/>
            <a:r>
              <a:t>├──────────────────────────┬─────────────────────────────┤</a:t>
            </a:r>
            <a:br/>
            <a:r>
              <a:t>│ 🤖 Agent Active Roster   │ 📈 Real-Time Agent Metrics  │</a:t>
            </a:r>
            <a:br/>
            <a:r>
              <a:t>│ • CS WhatsApp Bot        │ • Task Execution: 99.4% Acc │</a:t>
            </a:r>
            <a:br/>
            <a:r>
              <a:t>│ • Instagram Ad Optimizer │ • Avg Latency: 320ms        │</a:t>
            </a:r>
            <a:br/>
            <a:r>
              <a:t>│ • Financial Ledger Sync  │ • Token Saved: 42% (9Router)│</a:t>
            </a:r>
            <a:br/>
            <a:r>
              <a:t>├──────────────────────────┴─────────────────────────────┤</a:t>
            </a:r>
            <a:br/>
            <a:r>
              <a:t>│ 💳 Active Wallet: Privy Embedded (Solana Devnet/Main)  │</a:t>
            </a:r>
            <a:br/>
            <a:r>
              <a:t>│ 🔐 Security Level: OWASP Top 10 + Supabase RLS Strict  │</a:t>
            </a:r>
            <a:br/>
            <a:r>
              <a:t>└────────────────────────────────────────────────────────┘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Potensi Pasar Global &amp; Regional (TAM / SAM / SOM)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35"/>
                </a:solidFill>
              </a:defRPr>
            </a:pPr>
            <a:r>
              <a:t>TAM (Total Addressable Market)  ➔  $150 Billion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Pasar Global Autonomous AI Agent, Workflow Automation &amp; Enterprise AI Software pada tahun 2028.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SAM (Serviceable Addressable Market)  ➔  $12.5 Billion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Pasar AI Automation untuk E-commerce &amp; SMB di Asia Tenggara &amp; Pasar Emerging Market.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SOM (Serviceable Obtainable Market)  ➔  $250 Million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Target akuisisi pasar ZEGA AI dalam 3 tahun pertama (UMKM, Scale-Up, &amp; Web3 Ecosystem).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MONETIZATION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Bisnis Multi-Stream &amp; Paket Harga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🌱 Starter Plan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$29 / bulan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3 Agent Digital</a:t>
            </a:r>
            <a:br/>
            <a:r>
              <a:t>• 2.000 Task/bln</a:t>
            </a:r>
            <a:br/>
            <a:r>
              <a:t>• Integrasi WA &amp; Email</a:t>
            </a:r>
            <a:br/>
            <a:r>
              <a:t>• Cocok untuk UMKM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🚀 Pro Swarm Plan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$149 / bulan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10 Agent Swarm</a:t>
            </a:r>
            <a:br/>
            <a:r>
              <a:t>• 15.000 Task/bln</a:t>
            </a:r>
            <a:br/>
            <a:r>
              <a:t>• Multi-LLM Switching</a:t>
            </a:r>
            <a:br/>
            <a:r>
              <a:t>• E-commerce &amp; Ad Connector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🏢 Enterprise Tier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Custom ($1,000+)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Unlimited Swarms</a:t>
            </a:r>
            <a:br/>
            <a:r>
              <a:t>• Dedicated Infra &amp; SLA</a:t>
            </a:r>
            <a:br/>
            <a:r>
              <a:t>• Custom Supabase RLS</a:t>
            </a:r>
            <a:br/>
            <a:r>
              <a:t>• White-label Options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Pencapaian Produk &amp; Milestones Utama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📌 Roadmap &amp; Eksekusi Terukur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✅ Q1 2026 — Arsitektur Monorepo &amp; Engine Core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Selesai membangun Monorepo Turborepo + pnpm, Fastify Backend Engine, Supabase RLS, &amp; Privy Authentication (Purge Demo Mode).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✅ Q2 2026 — ZeroClaw Solana Integration &amp; Multi-LLM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Integrasi ZeroClaw v0.8.3 Bridge Client, dukungan 9Router Swarm Router, &amp; pembayaran Solana Pay Checkout.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🚀 Q3 2026 — Public Launch &amp; Merchant Onboarding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Peluncuran Publik ZEGA AI Console, pembukaan paket Starter &amp; Pro, integrasi WhatsApp &amp; E-commerce lokal.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🔮 Q4 2026 — Agent Marketplace &amp; Enterprise Expansion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Peluncuran Agent Template Marketplace, penambahan 100+ konektor baru, &amp; ekspansi pasar enterprise Asia Tenggara.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GTM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Strategi Akuisisi Pelanggan (Go-To-Market)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B35"/>
                </a:solidFill>
              </a:defRPr>
            </a:pPr>
            <a:r>
              <a:t>📣 Program Affiliate &amp; Agency Partner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Komisi recurring 20-30% bagi digital agency, konsultan IT, &amp; influencer bisnis yang membawa pengguna aktif baru.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🤝 Community &amp; Ecosystem Integration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Kemitraan strategis dengan komunitas e-commerce, pengusaha UMKM, &amp; pengembang Web3 / Solana.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⚡ High-Converting Content &amp; Freemium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Konten edukasi otomatisasi ROI tinggi, kalkulator penghematan biaya operasional, &amp; free trial 7 hari tanpa kartu kredit.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FINANCIAL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Projeksi Keuangan 3 Tahun Ke Depan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📈 Projeksi Pertumbuhan Pendapatan (ARR) &amp; Margin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Tahun 1 (2026) — ARR: $600,000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Pelanggan Aktif: 1.200 UMKM &amp; Pro | Gross Margin: 65%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Tahun 2 (2027) — ARR: $3,200,000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Pelanggan Aktif: 5.500 Pro &amp; 40 Enterprise | Gross Margin: 72%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Tahun 3 (2028) — ARR: $12,500,000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Pelanggan Aktif: 18.000 Global Accounts | Gross Margin: 78%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Keunggulan Kompetitif Utama (Why ZEGA AI Wins)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</a:defRPr>
            </a:pPr>
            <a:r>
              <a:t>🧠 Multi-LLM Intelligence Routing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Dukungan ZEGA-Omni 4.5, Claude 3.5 Sonnet, GPT-4o, &amp; 9Router Swarm yang menghemat biaya token hingga 40%.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💳 Native Hybrid Payment (Fiat &amp; Solana)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Mendukung transaksi cepat via Solana Pay Checkout, Privy Wallet, maupun Stripe &amp; DOKU.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🛡️ Enterprise Security Hardening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Keamanan tingkat OWASP Top 10, Supabase Row-Level Security (RLS) ketat, &amp; pembersihan total Guest Demo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⚡ 200+ Connectors Ecosystem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Langsung terhubung dengan aplikasi bisnis nyata seperti WhatsApp, Shopee, Tokopedia, Meta Ads, &amp; QuickBooks.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TEAM &amp; INVESTMENT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Kebutuhan Pendanaan Investment &amp; Penggunaan Dana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💰 Target Pendanaan Seed Round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$500,000 USD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Membuka alokasi equity / SAFT untuk mempercepat pertumbuhan produk, integrasi 200+ konektor, &amp; akuisisi pelanggan regional.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3035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📊 Alokasi Penggunaan Dana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🛠️ 45% — Product &amp; AI Infrastructure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Pengembangan fitur Swarm, ekspansi 200+ konektor, &amp; optimasi server.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📣 35% — Go-To-Market &amp; Marketing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Program affiliate, promosi agency, &amp; event e-commerce/tech.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🔒 10% — Security &amp; Compliance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Audit keamanan independen, legalitas GDPR/PDP, &amp; sertifikasi.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💼 10% — Operations &amp; Talent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Perekrutan engineer AI &amp; customer success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